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25"/>
    <p:restoredTop sz="94618"/>
  </p:normalViewPr>
  <p:slideViewPr>
    <p:cSldViewPr snapToGrid="0">
      <p:cViewPr varScale="1">
        <p:scale>
          <a:sx n="206" d="100"/>
          <a:sy n="206" d="100"/>
        </p:scale>
        <p:origin x="1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0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1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5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3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6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1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3FB8AE5-4979-984F-8FD7-52D4A3BB030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EC461A9-5678-7943-BEE8-EE2D84B5CF6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55A92-C5DE-B08C-DFD0-B130E43191A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79225" y="63500"/>
            <a:ext cx="12588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In-Confidence</a:t>
            </a:r>
          </a:p>
        </p:txBody>
      </p:sp>
    </p:spTree>
    <p:extLst>
      <p:ext uri="{BB962C8B-B14F-4D97-AF65-F5344CB8AC3E}">
        <p14:creationId xmlns:p14="http://schemas.microsoft.com/office/powerpoint/2010/main" val="1346221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red light streaks on a street&#10;&#10;Description automatically generated">
            <a:extLst>
              <a:ext uri="{FF2B5EF4-FFF2-40B4-BE49-F238E27FC236}">
                <a16:creationId xmlns:a16="http://schemas.microsoft.com/office/drawing/2014/main" id="{A721D218-102C-FF40-8419-6FA2A10E1F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179"/>
          <a:stretch/>
        </p:blipFill>
        <p:spPr>
          <a:xfrm>
            <a:off x="0" y="0"/>
            <a:ext cx="7772400" cy="4731026"/>
          </a:xfrm>
          <a:prstGeom prst="rect">
            <a:avLst/>
          </a:prstGeom>
        </p:spPr>
      </p:pic>
      <p:pic>
        <p:nvPicPr>
          <p:cNvPr id="5" name="Picture 4" descr="A power line pole with wires&#10;&#10;Description automatically generated">
            <a:extLst>
              <a:ext uri="{FF2B5EF4-FFF2-40B4-BE49-F238E27FC236}">
                <a16:creationId xmlns:a16="http://schemas.microsoft.com/office/drawing/2014/main" id="{314A1AFE-5C84-BE4B-7B83-97B128DE9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7772400" cy="47310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09B8E5-DF1E-77B7-71C5-0EB1F01BFC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58" b="4658"/>
          <a:stretch>
            <a:fillRect/>
          </a:stretch>
        </p:blipFill>
        <p:spPr>
          <a:xfrm>
            <a:off x="0" y="0"/>
            <a:ext cx="7772400" cy="47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 Teh</dc:creator>
  <cp:lastModifiedBy>Rowan Teh</cp:lastModifiedBy>
  <cp:revision>8</cp:revision>
  <dcterms:created xsi:type="dcterms:W3CDTF">2024-05-28T20:49:37Z</dcterms:created>
  <dcterms:modified xsi:type="dcterms:W3CDTF">2026-06-09T02:34:24Z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bd8edd-fe25-41b6-85f7-4041bb9bb81b_Enabled">
    <vt:lpwstr>true</vt:lpwstr>
  </property>
  <property fmtid="{D5CDD505-2E9C-101B-9397-08002B2CF9AE}" pid="3" name="MSIP_Label_28bd8edd-fe25-41b6-85f7-4041bb9bb81b_SetDate">
    <vt:lpwstr>2025-11-02T21:00:11Z</vt:lpwstr>
  </property>
  <property fmtid="{D5CDD505-2E9C-101B-9397-08002B2CF9AE}" pid="4" name="MSIP_Label_28bd8edd-fe25-41b6-85f7-4041bb9bb81b_Method">
    <vt:lpwstr>Standard</vt:lpwstr>
  </property>
  <property fmtid="{D5CDD505-2E9C-101B-9397-08002B2CF9AE}" pid="5" name="MSIP_Label_28bd8edd-fe25-41b6-85f7-4041bb9bb81b_Name">
    <vt:lpwstr>Internal In-Confidence</vt:lpwstr>
  </property>
  <property fmtid="{D5CDD505-2E9C-101B-9397-08002B2CF9AE}" pid="6" name="MSIP_Label_28bd8edd-fe25-41b6-85f7-4041bb9bb81b_SiteId">
    <vt:lpwstr>5d057b88-72bd-46da-95d0-80e61b2f0fa6</vt:lpwstr>
  </property>
  <property fmtid="{D5CDD505-2E9C-101B-9397-08002B2CF9AE}" pid="7" name="MSIP_Label_28bd8edd-fe25-41b6-85f7-4041bb9bb81b_ActionId">
    <vt:lpwstr>e42a50f2-971e-42a9-8480-725b8aff02b7</vt:lpwstr>
  </property>
  <property fmtid="{D5CDD505-2E9C-101B-9397-08002B2CF9AE}" pid="8" name="MSIP_Label_28bd8edd-fe25-41b6-85f7-4041bb9bb81b_ContentBits">
    <vt:lpwstr>1</vt:lpwstr>
  </property>
  <property fmtid="{D5CDD505-2E9C-101B-9397-08002B2CF9AE}" pid="9" name="MSIP_Label_28bd8edd-fe25-41b6-85f7-4041bb9bb81b_Tag">
    <vt:lpwstr>50, 3, 0, 1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 In-Confidence</vt:lpwstr>
  </property>
</Properties>
</file>